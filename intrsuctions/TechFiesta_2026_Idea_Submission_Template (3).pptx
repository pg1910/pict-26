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041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69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58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64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31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78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409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17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82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9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52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A619B-CAD5-459A-B30B-7C48C4C08F33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8CE6A-005A-492D-ADD6-19FA29F99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4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BCDEA-7106-3C7A-804A-B458159B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547452-5989-85F8-B2D0-A4936E025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20504" r="-299" b="19588"/>
          <a:stretch>
            <a:fillRect/>
          </a:stretch>
        </p:blipFill>
        <p:spPr>
          <a:xfrm>
            <a:off x="9319576" y="165629"/>
            <a:ext cx="2733851" cy="16377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42AB16-3600-1A2E-117F-8C118C645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1" y="165629"/>
            <a:ext cx="1642532" cy="1642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848206-5BB6-CCD7-3AFD-50B7D73C54FC}"/>
              </a:ext>
            </a:extLst>
          </p:cNvPr>
          <p:cNvSpPr txBox="1"/>
          <p:nvPr/>
        </p:nvSpPr>
        <p:spPr>
          <a:xfrm>
            <a:off x="4616555" y="2243667"/>
            <a:ext cx="2958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ADEC6-E47D-0BC3-482D-7A28534D65E6}"/>
              </a:ext>
            </a:extLst>
          </p:cNvPr>
          <p:cNvSpPr txBox="1"/>
          <p:nvPr/>
        </p:nvSpPr>
        <p:spPr>
          <a:xfrm>
            <a:off x="3209181" y="163670"/>
            <a:ext cx="5773632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>
                <a:solidFill>
                  <a:schemeClr val="accent1"/>
                </a:solidFill>
              </a:rPr>
              <a:t>SCTR’S PUNE INSTITUTE OF COMPUTER TECHNOLOGY</a:t>
            </a:r>
          </a:p>
          <a:p>
            <a:pPr algn="ctr"/>
            <a:r>
              <a:rPr lang="en-IN" sz="5400" b="1" dirty="0">
                <a:latin typeface="Bahnschrift" panose="020B0502040204020203" pitchFamily="34" charset="0"/>
              </a:rPr>
              <a:t>TECHFIESTA’26</a:t>
            </a:r>
          </a:p>
          <a:p>
            <a:pPr algn="ctr"/>
            <a:r>
              <a:rPr lang="en-IN" sz="2400" dirty="0">
                <a:latin typeface="Bahnschrift" panose="020B0502040204020203" pitchFamily="34" charset="0"/>
              </a:rPr>
              <a:t>INTERNATIONAL HACKATHON</a:t>
            </a:r>
          </a:p>
          <a:p>
            <a:pPr algn="ctr"/>
            <a:r>
              <a:rPr lang="en-IN" dirty="0">
                <a:latin typeface="Bahnschrift" panose="020B0502040204020203" pitchFamily="34" charset="0"/>
              </a:rPr>
              <a:t>CODE. CREATE. CONQUER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2ED2A547-4644-8360-A4C9-7E5475BFFDD2}"/>
              </a:ext>
            </a:extLst>
          </p:cNvPr>
          <p:cNvSpPr txBox="1"/>
          <p:nvPr/>
        </p:nvSpPr>
        <p:spPr>
          <a:xfrm>
            <a:off x="2417760" y="3092558"/>
            <a:ext cx="7356475" cy="247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</a:p>
          <a:p>
            <a:pPr algn="ctr">
              <a:lnSpc>
                <a:spcPct val="20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</a:t>
            </a:r>
          </a:p>
          <a:p>
            <a:pPr algn="ctr">
              <a:lnSpc>
                <a:spcPct val="20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Domain</a:t>
            </a:r>
          </a:p>
          <a:p>
            <a:pPr algn="ctr">
              <a:lnSpc>
                <a:spcPct val="20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</a:t>
            </a:r>
          </a:p>
          <a:p>
            <a:pPr algn="ctr">
              <a:lnSpc>
                <a:spcPct val="20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71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DBCF4BA-B614-EF62-2B2E-788C47B8D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20504" r="-299" b="19588"/>
          <a:stretch>
            <a:fillRect/>
          </a:stretch>
        </p:blipFill>
        <p:spPr>
          <a:xfrm>
            <a:off x="10037776" y="165629"/>
            <a:ext cx="2015651" cy="1207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34E854-DBAE-DBA6-8F95-E71BF10FC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48" y="165629"/>
            <a:ext cx="1207519" cy="1207519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74A305F-539A-14A9-EE5B-0AAF6732D9C8}"/>
              </a:ext>
            </a:extLst>
          </p:cNvPr>
          <p:cNvSpPr>
            <a:spLocks noGrp="1"/>
          </p:cNvSpPr>
          <p:nvPr/>
        </p:nvSpPr>
        <p:spPr bwMode="auto">
          <a:xfrm>
            <a:off x="3746500" y="368300"/>
            <a:ext cx="4699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1B16DA0D-83B2-FD77-40D3-33CC10EAB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2336393"/>
            <a:ext cx="11133667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3200" b="1" dirty="0"/>
              <a:t>Proposed Solution (Concept / Prototype / Implementation)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Detailed Breakdown of the Solution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 the Solution Directly Solves the Identified Problem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Key Innovations and Unique Differentiators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230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109A-4041-F09A-538E-693A9E54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4892DE-76F6-E5FF-751C-32BB64F9A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20504" r="-299" b="19588"/>
          <a:stretch>
            <a:fillRect/>
          </a:stretch>
        </p:blipFill>
        <p:spPr>
          <a:xfrm>
            <a:off x="10046243" y="140228"/>
            <a:ext cx="2015651" cy="1207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E1BE57-82F7-C672-9DF5-409731A7F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48" y="165629"/>
            <a:ext cx="1207519" cy="12075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ABB39D-6789-8FA1-D0AA-6CEFE185FEF3}"/>
              </a:ext>
            </a:extLst>
          </p:cNvPr>
          <p:cNvSpPr>
            <a:spLocks noGrp="1"/>
          </p:cNvSpPr>
          <p:nvPr/>
        </p:nvSpPr>
        <p:spPr bwMode="auto">
          <a:xfrm>
            <a:off x="2802466" y="230148"/>
            <a:ext cx="658706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F21A78BA-7AFC-0AE9-16A2-40CE8C646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471" y="2521059"/>
            <a:ext cx="9385300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sz="3200" b="1" dirty="0"/>
              <a:t>Technologies Involved</a:t>
            </a:r>
            <a:br>
              <a:rPr lang="en-US" sz="3200" dirty="0"/>
            </a:br>
            <a:r>
              <a:rPr lang="en-US" sz="3200" dirty="0"/>
              <a:t>(Programming languages, frameworks, tools, hardware, cloud services, etc.)</a:t>
            </a:r>
          </a:p>
          <a:p>
            <a:r>
              <a:rPr lang="en-US" sz="3200" b="1" dirty="0"/>
              <a:t>Implementation Methodology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Development workflow and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Process diagrams / flowcharts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Screenshots or working prototype visuals</a:t>
            </a:r>
          </a:p>
        </p:txBody>
      </p:sp>
    </p:spTree>
    <p:extLst>
      <p:ext uri="{BB962C8B-B14F-4D97-AF65-F5344CB8AC3E}">
        <p14:creationId xmlns:p14="http://schemas.microsoft.com/office/powerpoint/2010/main" val="3141608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7A413-6484-0D49-7899-ABE357D46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39096E-55C0-C36D-52EC-85BC640A7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20504" r="-299" b="19588"/>
          <a:stretch>
            <a:fillRect/>
          </a:stretch>
        </p:blipFill>
        <p:spPr>
          <a:xfrm>
            <a:off x="10037776" y="165629"/>
            <a:ext cx="2015651" cy="1207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CB114C-E7E5-11CF-B70B-6BF5291EE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48" y="165629"/>
            <a:ext cx="1207519" cy="12075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7002AE-F30A-E65C-A534-7FD0150474AD}"/>
              </a:ext>
            </a:extLst>
          </p:cNvPr>
          <p:cNvSpPr>
            <a:spLocks noGrp="1"/>
          </p:cNvSpPr>
          <p:nvPr/>
        </p:nvSpPr>
        <p:spPr bwMode="auto">
          <a:xfrm>
            <a:off x="2010833" y="197888"/>
            <a:ext cx="817033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77F8E9D0-A0C1-D337-8D44-E8575BE6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736502"/>
            <a:ext cx="93853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Feasibility Analysis</a:t>
            </a:r>
            <a:endParaRPr lang="en-US" sz="2800" dirty="0"/>
          </a:p>
          <a:p>
            <a:pPr lvl="1"/>
            <a:r>
              <a:rPr lang="en-US" sz="2800" dirty="0"/>
              <a:t>Practical viability, scalability, and resource requirements.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Challenges &amp; Risks</a:t>
            </a:r>
            <a:endParaRPr lang="en-US" sz="2800" dirty="0"/>
          </a:p>
          <a:p>
            <a:r>
              <a:rPr lang="en-US" sz="2800" dirty="0"/>
              <a:t>	Technical or operational obstacles and dependencies.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Mitigation Strategies</a:t>
            </a:r>
            <a:endParaRPr lang="en-US" sz="2800" dirty="0"/>
          </a:p>
          <a:p>
            <a:r>
              <a:rPr lang="en-US" sz="2800" dirty="0"/>
              <a:t>	Solutions to address risks, with contingency plans for 	smooth execution.</a:t>
            </a:r>
          </a:p>
        </p:txBody>
      </p:sp>
    </p:spTree>
    <p:extLst>
      <p:ext uri="{BB962C8B-B14F-4D97-AF65-F5344CB8AC3E}">
        <p14:creationId xmlns:p14="http://schemas.microsoft.com/office/powerpoint/2010/main" val="27524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1379-A359-648F-2156-CA42669D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F0EB70-649A-4A83-C681-3792E4B9B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20504" r="-299" b="19588"/>
          <a:stretch>
            <a:fillRect/>
          </a:stretch>
        </p:blipFill>
        <p:spPr>
          <a:xfrm>
            <a:off x="10037776" y="165629"/>
            <a:ext cx="2015651" cy="1207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E61EA3-A189-4E62-6E87-CE78B9FCF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48" y="165629"/>
            <a:ext cx="1207519" cy="1207519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999AD3E2-FC75-6843-EB1E-DC6D907AF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2336393"/>
            <a:ext cx="1113366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Impact on Target Audience</a:t>
            </a:r>
            <a:endParaRPr lang="en-US" sz="2800" dirty="0"/>
          </a:p>
          <a:p>
            <a:r>
              <a:rPr lang="en-US" sz="2800" dirty="0"/>
              <a:t>		How the solution improves user experience, accessibility, or quality 		of life.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Key Benefits</a:t>
            </a:r>
            <a:endParaRPr lang="en-US" sz="2800" dirty="0"/>
          </a:p>
          <a:p>
            <a:r>
              <a:rPr lang="en-US" sz="2800" dirty="0"/>
              <a:t>		Social, economic, environmental, and overall community advantages.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1F6EA-BCE9-2FB4-784E-ED494206BCFD}"/>
              </a:ext>
            </a:extLst>
          </p:cNvPr>
          <p:cNvSpPr>
            <a:spLocks noGrp="1"/>
          </p:cNvSpPr>
          <p:nvPr/>
        </p:nvSpPr>
        <p:spPr bwMode="auto">
          <a:xfrm>
            <a:off x="2738966" y="197888"/>
            <a:ext cx="671406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</p:spTree>
    <p:extLst>
      <p:ext uri="{BB962C8B-B14F-4D97-AF65-F5344CB8AC3E}">
        <p14:creationId xmlns:p14="http://schemas.microsoft.com/office/powerpoint/2010/main" val="209193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191E7-42A9-0E72-DF18-B4804307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2311EB-A116-7F7C-DE13-CE3472DF7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20504" r="-299" b="19588"/>
          <a:stretch>
            <a:fillRect/>
          </a:stretch>
        </p:blipFill>
        <p:spPr>
          <a:xfrm>
            <a:off x="10037776" y="165629"/>
            <a:ext cx="2015651" cy="1207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990FFA-6609-C3F0-4A8C-ED7B65B84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48" y="165629"/>
            <a:ext cx="1207519" cy="1207519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6C89B34B-914E-E1AC-A6FB-0FE2216BA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2336393"/>
            <a:ext cx="111336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Details / Links of the reference and research work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09658-FE64-D58A-466D-171A611DA723}"/>
              </a:ext>
            </a:extLst>
          </p:cNvPr>
          <p:cNvSpPr>
            <a:spLocks noGrp="1"/>
          </p:cNvSpPr>
          <p:nvPr/>
        </p:nvSpPr>
        <p:spPr bwMode="auto">
          <a:xfrm>
            <a:off x="2243666" y="197888"/>
            <a:ext cx="770466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</p:spTree>
    <p:extLst>
      <p:ext uri="{BB962C8B-B14F-4D97-AF65-F5344CB8AC3E}">
        <p14:creationId xmlns:p14="http://schemas.microsoft.com/office/powerpoint/2010/main" val="1717400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2BCA-8071-FB34-68A7-0403A760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A3F8C6-1970-0A90-0153-6433C5188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" t="20504" r="-299" b="19588"/>
          <a:stretch>
            <a:fillRect/>
          </a:stretch>
        </p:blipFill>
        <p:spPr>
          <a:xfrm>
            <a:off x="10037776" y="165629"/>
            <a:ext cx="2015651" cy="1207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6CFCAF-4A70-1B65-9696-001540335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48" y="165629"/>
            <a:ext cx="1207519" cy="1207519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18C1009-296E-1A8A-6407-7486DA257C2D}"/>
              </a:ext>
            </a:extLst>
          </p:cNvPr>
          <p:cNvSpPr>
            <a:spLocks noGrp="1"/>
          </p:cNvSpPr>
          <p:nvPr/>
        </p:nvSpPr>
        <p:spPr bwMode="auto">
          <a:xfrm>
            <a:off x="2690283" y="197888"/>
            <a:ext cx="681143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AB4FD0C9-2EC7-53AE-1084-9F78C2DD8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4632" y="2073924"/>
            <a:ext cx="8322733" cy="3203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b="1" dirty="0"/>
              <a:t>Important Submission Guidelines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Maximum </a:t>
            </a:r>
            <a:r>
              <a:rPr lang="en-US" b="1" dirty="0"/>
              <a:t>6 slides</a:t>
            </a:r>
            <a:r>
              <a:rPr lang="en-US" dirty="0"/>
              <a:t> including the title slide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long paragraphs — use </a:t>
            </a:r>
            <a:r>
              <a:rPr lang="en-US" b="1" dirty="0"/>
              <a:t>points, diagrams, infographics, or visuals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explanations </a:t>
            </a:r>
            <a:r>
              <a:rPr lang="en-US" b="1" dirty="0"/>
              <a:t>clear, precise, and easy to understand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 must be </a:t>
            </a:r>
            <a:r>
              <a:rPr lang="en-US" b="1" dirty="0"/>
              <a:t>unique and novel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only the provided template</a:t>
            </a:r>
            <a:r>
              <a:rPr lang="en-US" dirty="0"/>
              <a:t> without modifying the pre-defined content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your final file as </a:t>
            </a:r>
            <a:r>
              <a:rPr lang="en-US" b="1" dirty="0"/>
              <a:t>PDF</a:t>
            </a:r>
            <a:r>
              <a:rPr lang="en-US" dirty="0"/>
              <a:t> and upload it on the portal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Other formats (PPT, Word, etc.) will not be accepted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Note:</a:t>
            </a:r>
            <a:r>
              <a:rPr lang="en-US" dirty="0"/>
              <a:t> Delete this “Important Pointers” slide before final submission.</a:t>
            </a:r>
          </a:p>
          <a:p>
            <a:pPr marL="94107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 panose="02070309020205020404" pitchFamily="49" charset="0"/>
              <a:buChar char="o"/>
            </a:pPr>
            <a:endParaRPr lang="en-US" sz="2000" b="1"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3457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</TotalTime>
  <Words>280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Bahnschrift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Kapuriya</dc:creator>
  <cp:lastModifiedBy>Mohit Kapuriya</cp:lastModifiedBy>
  <cp:revision>3</cp:revision>
  <dcterms:created xsi:type="dcterms:W3CDTF">2025-10-29T23:04:28Z</dcterms:created>
  <dcterms:modified xsi:type="dcterms:W3CDTF">2025-11-17T06:43:28Z</dcterms:modified>
</cp:coreProperties>
</file>